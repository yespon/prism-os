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本地演示资料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独立办公文档演示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表格、演示文稿与PDF基础操作</a:t>
            </a:r>
          </a:p>
          <a:p>
            <a:pPr>
              <a:defRPr sz="2200"/>
            </a:pPr>
            <a:r>
              <a:t>此示例可编辑，完整高级能力仍在推进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当前能力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146304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t>文档基础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已接入</a:t>
                      </a: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t>高级排版与表单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待完成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