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title>
      <c:tx>
        <c:rich>
          <a:bodyPr/>
          <a:lstStyle/>
          <a:p>
            <a:r>
              <a:t>更新后的预算与实际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预算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第一季</c:v>
                </c:pt>
                <c:pt idx="1">
                  <c:v>第二季</c:v>
                </c:pt>
                <c:pt idx="2">
                  <c:v>第三季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125</c:v>
                </c:pt>
                <c:pt idx="1">
                  <c:v>165</c:v>
                </c:pt>
                <c:pt idx="2">
                  <c:v>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实际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第一季</c:v>
                </c:pt>
                <c:pt idx="1">
                  <c:v>第二季</c:v>
                </c:pt>
                <c:pt idx="2">
                  <c:v>第三季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110</c:v>
                </c:pt>
                <c:pt idx="1">
                  <c:v>150</c:v>
                </c:pt>
                <c:pt idx="2">
                  <c:v>180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独立图表数据编辑演示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季度预算与实际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108813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保留的其他内容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编辑指定图表，保留其他页面</a:t>
            </a:r>
          </a:p>
          <a:p>
            <a:pPr>
              <a:defRPr sz="2200"/>
            </a:pPr>
            <a:r>
              <a:t>桌面渲染与高级组合图仍待验收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