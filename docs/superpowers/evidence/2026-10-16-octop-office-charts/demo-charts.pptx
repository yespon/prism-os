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t>本地可编辑图表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预算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第一季</c:v>
                </c:pt>
                <c:pt idx="1">
                  <c:v>第二季</c:v>
                </c:pt>
                <c:pt idx="2">
                  <c:v>第三季</c:v>
                </c:pt>
                <c:pt idx="3">
                  <c:v>第四季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</c:v>
                </c:pt>
                <c:pt idx="1">
                  <c:v>160</c:v>
                </c:pt>
                <c:pt idx="2">
                  <c:v>180</c:v>
                </c:pt>
                <c:pt idx="3">
                  <c:v>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第一季</c:v>
                </c:pt>
                <c:pt idx="1">
                  <c:v>第二季</c:v>
                </c:pt>
                <c:pt idx="2">
                  <c:v>第三季</c:v>
                </c:pt>
                <c:pt idx="3">
                  <c:v>第四季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110</c:v>
                </c:pt>
                <c:pt idx="1">
                  <c:v>145</c:v>
                </c:pt>
                <c:pt idx="2">
                  <c:v>175</c:v>
                </c:pt>
                <c:pt idx="3">
                  <c:v>190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t>本地可编辑图表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预算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第一季</c:v>
                </c:pt>
                <c:pt idx="1">
                  <c:v>第二季</c:v>
                </c:pt>
                <c:pt idx="2">
                  <c:v>第三季</c:v>
                </c:pt>
                <c:pt idx="3">
                  <c:v>第四季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</c:v>
                </c:pt>
                <c:pt idx="1">
                  <c:v>160</c:v>
                </c:pt>
                <c:pt idx="2">
                  <c:v>180</c:v>
                </c:pt>
                <c:pt idx="3">
                  <c:v>200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第一季</c:v>
                </c:pt>
                <c:pt idx="1">
                  <c:v>第二季</c:v>
                </c:pt>
                <c:pt idx="2">
                  <c:v>第三季</c:v>
                </c:pt>
                <c:pt idx="3">
                  <c:v>第四季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110</c:v>
                </c:pt>
                <c:pt idx="1">
                  <c:v>145</c:v>
                </c:pt>
                <c:pt idx="2">
                  <c:v>175</c:v>
                </c:pt>
                <c:pt idx="3">
                  <c:v>190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title>
      <c:tx>
        <c:rich>
          <a:bodyPr/>
          <a:lstStyle/>
          <a:p>
            <a:r>
              <a:t>本地可编辑图表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第一季</c:v>
                </c:pt>
                <c:pt idx="1">
                  <c:v>第二季</c:v>
                </c:pt>
                <c:pt idx="2">
                  <c:v>第三季</c:v>
                </c:pt>
                <c:pt idx="3">
                  <c:v>第四季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</c:v>
                </c:pt>
                <c:pt idx="1">
                  <c:v>160</c:v>
                </c:pt>
                <c:pt idx="2">
                  <c:v>180</c:v>
                </c:pt>
                <c:pt idx="3">
                  <c:v>200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实际文件示例；桌面渲染仍待验收，未调用模型或外部工具。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实际文件示例；桌面渲染仍待验收，未调用模型或外部工具。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实际文件示例；桌面渲染仍待验收，未调用模型或外部工具。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项目预算与实际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10881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季度走势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10881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预算分布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10881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