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140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Image inserted through the independent bounded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Quarter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Authorized PNG picture</a:t>
            </a:r>
          </a:p>
          <a:p>
            <a:pPr>
              <a:defRPr sz="2200"/>
            </a:pPr>
            <a:r>
              <a:t>Aspect ratio and geometry preserved</a:t>
            </a:r>
          </a:p>
        </p:txBody>
      </p:sp>
      <p:pic>
        <p:nvPicPr>
          <p:cNvPr id="4" name="Picture 3" descr="Quarterly count 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828800"/>
            <a:ext cx="54864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Editable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463040"/>
          <a:ext cx="1088136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