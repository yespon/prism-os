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140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inserted through the independent bounded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Quarter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Authorized PNG picture</a:t>
            </a:r>
          </a:p>
          <a:p>
            <a:pPr>
              <a:defRPr sz="2200"/>
            </a:pPr>
            <a:r>
              <a:t>Aspect ratio and geometry preserved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Editable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10881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