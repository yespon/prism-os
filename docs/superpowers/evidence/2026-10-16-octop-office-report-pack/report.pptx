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集成进度报告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项目：PrismOS 集成验收</a:t>
            </a:r>
          </a:p>
          <a:p>
            <a:pPr>
              <a:defRPr sz="2200"/>
            </a:pPr>
            <a:r>
              <a:t>验收标识：OFFICE_TASK_1a6a8a07c9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进度概览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108813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1463040">
                <a:tc>
                  <a:txBody>
                    <a:bodyPr/>
                    <a:lstStyle/>
                    <a:p>
                      <a:r>
                        <a:t>进度项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状态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说明</a:t>
                      </a:r>
                    </a:p>
                  </a:txBody>
                  <a:tcPr/>
                </a:tc>
              </a:tr>
              <a:tr h="1463040">
                <a:tc>
                  <a:txBody>
                    <a:bodyPr/>
                    <a:lstStyle/>
                    <a:p>
                      <a:r>
                        <a:t>恢复服务后的真实模型任务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已完成真实模型任务验证</a:t>
                      </a:r>
                    </a:p>
                  </a:txBody>
                  <a:tcPr/>
                </a:tc>
              </a:tr>
              <a:tr h="1463040">
                <a:tc>
                  <a:txBody>
                    <a:bodyPr/>
                    <a:lstStyle/>
                    <a:p>
                      <a:r>
                        <a:t>完整 Office 与专家任务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待办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后续推进完整 Office 与专家任务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